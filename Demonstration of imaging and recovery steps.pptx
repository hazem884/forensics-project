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61" r:id="rId6"/>
    <p:sldId id="258" r:id="rId7"/>
    <p:sldId id="262" r:id="rId8"/>
    <p:sldId id="259" r:id="rId9"/>
    <p:sldId id="260" r:id="rId10"/>
    <p:sldId id="27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/>
          <a:lstStyle/>
          <a:p>
            <a:r>
              <a:rPr lang="en-US" altLang="en-GB" b="1" dirty="0">
                <a:latin typeface="Times New Roman" panose="02020603050405020304" charset="0"/>
                <a:cs typeface="Times New Roman" panose="02020603050405020304" charset="0"/>
              </a:rPr>
              <a:t>Demonstration of imaging and recovery steps</a:t>
            </a:r>
            <a:endParaRPr lang="en-US" altLang="en-GB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335" y="2766060"/>
            <a:ext cx="10515600" cy="1325563"/>
          </a:xfrm>
        </p:spPr>
        <p:txBody>
          <a:bodyPr/>
          <a:p>
            <a:r>
              <a:rPr lang="en-US" altLang="en-GB" b="1"/>
              <a:t>Disk imaging</a:t>
            </a:r>
            <a:endParaRPr lang="en-US" altLang="en-GB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GB" b="1"/>
              <a:t>1. Extracting the disk image</a:t>
            </a:r>
            <a:endParaRPr lang="en-US" altLang="en-GB" b="1"/>
          </a:p>
        </p:txBody>
      </p:sp>
      <p:pic>
        <p:nvPicPr>
          <p:cNvPr id="4" name="Picture 1" descr="extract diskimag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2. making a copy from it </a:t>
            </a:r>
            <a:endParaRPr lang="en-US" altLang="en-GB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2313305"/>
            <a:ext cx="10515600" cy="4544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2.1</a:t>
            </a:r>
            <a:endParaRPr lang="en-US" altLang="en-GB" b="1"/>
          </a:p>
        </p:txBody>
      </p:sp>
      <p:pic>
        <p:nvPicPr>
          <p:cNvPr id="4" name="Picture 2" descr="creating the cop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2.2 Setting image destination</a:t>
            </a:r>
            <a:endParaRPr lang="en-US" altLang="en-GB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3. Verify Hash</a:t>
            </a:r>
            <a:endParaRPr lang="en-US" altLang="en-GB" b="1"/>
          </a:p>
        </p:txBody>
      </p:sp>
      <p:pic>
        <p:nvPicPr>
          <p:cNvPr id="13" name="Picture 13" descr="hash verify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78965"/>
            <a:ext cx="10514965" cy="497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4. Ready for Investigation</a:t>
            </a:r>
            <a:endParaRPr lang="en-US" altLang="en-GB" b="1"/>
          </a:p>
        </p:txBody>
      </p:sp>
      <p:pic>
        <p:nvPicPr>
          <p:cNvPr id="4" name="Picture 3" descr="scheduled tasks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p>
            <a:r>
              <a:rPr lang="en-US" altLang="en-GB"/>
              <a:t>Deleted files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first mounting the disk image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145665"/>
            <a:ext cx="10516235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98015"/>
            <a:ext cx="10515600" cy="49606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17065"/>
            <a:ext cx="10515600" cy="49415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920875"/>
            <a:ext cx="1051496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choosing the partition</a:t>
            </a:r>
            <a:endParaRPr lang="en-US" altLang="en-GB"/>
          </a:p>
        </p:txBody>
      </p:sp>
      <p:pic>
        <p:nvPicPr>
          <p:cNvPr id="4" name="Content Placeholder 3" descr="easeuse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easeuese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25625"/>
            <a:ext cx="10515600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recoved data</a:t>
            </a:r>
            <a:endParaRPr lang="en-US" altLang="en-GB"/>
          </a:p>
        </p:txBody>
      </p:sp>
      <p:pic>
        <p:nvPicPr>
          <p:cNvPr id="4" name="Content Placeholder 3" descr="easeuese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Content Placeholder 3" descr="easuse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835" y="1825625"/>
            <a:ext cx="10514965" cy="5032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</Words>
  <Application>WPS Presentation</Application>
  <PresentationFormat>Widescreen</PresentationFormat>
  <Paragraphs>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Hazem</cp:lastModifiedBy>
  <cp:revision>3</cp:revision>
  <dcterms:created xsi:type="dcterms:W3CDTF">2025-07-23T00:59:00Z</dcterms:created>
  <dcterms:modified xsi:type="dcterms:W3CDTF">2025-11-29T19:25:50Z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A751D0ED8D424EE5A46D025A4924B1B4_11</vt:lpwstr>
  </property>
  <property fmtid="{D5CDD505-2E9C-101B-9397-08002B2CF9AE}" pid="3" name="KSOProductBuildVer">
    <vt:lpwstr>2057-12.2.0.23149</vt:lpwstr>
  </property>
</Properties>
</file>